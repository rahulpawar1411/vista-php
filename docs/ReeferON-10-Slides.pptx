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Operations Visibility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warehouse 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chamber checks  ·  Box stock  ·  Client portal</a:t>
            </a:r>
            <a:endParaRPr lang="en-US" sz="1600" dirty="0"/>
          </a:p>
        </p:txBody>
      </p:sp>
      <p:pic>
        <p:nvPicPr>
          <p:cNvPr id="6" name="Image 0" descr="C:\Users\Lenovo\Desktop\CRM\new\WhatsApp Image 2026-08-25 at 2.35.35 PM (1)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822960"/>
            <a:ext cx="3931920" cy="5212080"/>
          </a:xfrm>
          <a:prstGeom prst="rect">
            <a:avLst/>
          </a:prstGeom>
          <a:effectLst>
            <a:outerShdw sx="100000" sy="100000" kx="0" ky="0" algn="bl" rotWithShape="0" blurRad="228600" dist="76200" dir="162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must be checked twice a day (morning and evening)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in/out often tracked on paper, WhatsApp, or Excel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cannot see what is Done, Pending, or Late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often have weak internet inside cold rooms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keep calling for stock and temperature proof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ReeferON Does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65836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cold warehouse daily operations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log on mobile (with photo)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watch on mobile and web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see only their own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tracked by box count (simple)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changes need approve / deny</a:t>
            </a:r>
            <a:endParaRPr lang="en-US" sz="1800" dirty="0"/>
          </a:p>
        </p:txBody>
      </p:sp>
      <p:pic>
        <p:nvPicPr>
          <p:cNvPr id="6" name="Image 0" descr="C:\Users\Lenovo\Desktop\CRM\new\WhatsApp Image 2026-08-25 at 2.35.35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914400"/>
            <a:ext cx="3840480" cy="5120640"/>
          </a:xfrm>
          <a:prstGeom prst="rect">
            <a:avLst/>
          </a:prstGeom>
          <a:effectLst>
            <a:outerShdw sx="100000" sy="100000" kx="0" ky="0" algn="bl" rotWithShape="0" blurRad="152400" dist="50800" dir="162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Web</a:t>
            </a:r>
            <a:endParaRPr lang="en-US" sz="1200" dirty="0"/>
          </a:p>
        </p:txBody>
      </p:sp>
      <p:pic>
        <p:nvPicPr>
          <p:cNvPr id="6" name="Image 0" descr="C:\Users\Lenovo\Desktop\CRM\new\Screenshot 2026-08-25 1436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2743200" cy="36576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4612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Admin · Mobile</a:t>
            </a:r>
            <a:endParaRPr lang="en-US" sz="1200" dirty="0"/>
          </a:p>
        </p:txBody>
      </p:sp>
      <p:pic>
        <p:nvPicPr>
          <p:cNvPr id="8" name="Image 1" descr="C:\Users\Lenovo\Desktop\CRM\new\WhatsApp Image 2026-08-25 at 2.35.40 PM (2)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743200" cy="45720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617220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· Mobile</a:t>
            </a:r>
            <a:endParaRPr lang="en-US" sz="1200" dirty="0"/>
          </a:p>
        </p:txBody>
      </p:sp>
      <p:pic>
        <p:nvPicPr>
          <p:cNvPr id="10" name="Image 2" descr="C:\Users\Lenovo\Desktop\CRM\new\WhatsApp Image 2026-08-25 at 2.35.42 PM (1)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2743200" cy="45720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909828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Mobile</a:t>
            </a:r>
            <a:endParaRPr lang="en-US" sz="1200" dirty="0"/>
          </a:p>
        </p:txBody>
      </p:sp>
      <p:pic>
        <p:nvPicPr>
          <p:cNvPr id="12" name="Image 3" descr="C:\Users\Lenovo\Desktop\CRM\new\WhatsApp Image 2026-08-25 at 2.35.42 PM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234440"/>
            <a:ext cx="2743200" cy="45720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13" name="Text 7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opens only their own screen. Jobs are not mixed.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Responsibilities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161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2704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users, warehouses, clients · see all reports · approve requests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591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Admin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7004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DO progress · manage chambers/clients · approve requests on phone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021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81304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morning/evening checks · inward/outward · works offline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451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95604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logs and box stock (read only)</a:t>
            </a:r>
            <a:endParaRPr lang="en-US" sz="1400" dirty="0"/>
          </a:p>
        </p:txBody>
      </p:sp>
      <p:pic>
        <p:nvPicPr>
          <p:cNvPr id="17" name="Image 0" descr="C:\Users\Lenovo\Desktop\CRM\new\WhatsApp Image 2026-08-25 at 2.35.41 PM (1)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051560"/>
            <a:ext cx="3931920" cy="5029200"/>
          </a:xfrm>
          <a:prstGeom prst="rect">
            <a:avLst/>
          </a:prstGeom>
          <a:effectLst>
            <a:outerShdw sx="100000" sy="100000" kx="0" ky="0" algn="bl" rotWithShape="0" blurRad="127000" dist="38100" dir="16200000">
              <a:srgbClr val="000000">
                <a:alpha val="22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12471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warehouses and clients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90195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DO to a warehouse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6791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chambers and assign clients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45643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completes morning and evening tasks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23367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sees Done / Pending / Overdue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29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01091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checks their own stock and logs</a:t>
            </a:r>
            <a:endParaRPr lang="en-US" sz="1800" dirty="0"/>
          </a:p>
        </p:txBody>
      </p:sp>
      <p:pic>
        <p:nvPicPr>
          <p:cNvPr id="23" name="Image 0" descr="C:\Users\Lenovo\Desktop\CRM\new\Screenshot 2026-08-25 1436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188720"/>
            <a:ext cx="4114800" cy="4572000"/>
          </a:xfrm>
          <a:prstGeom prst="rect">
            <a:avLst/>
          </a:prstGeom>
          <a:effectLst>
            <a:outerShdw sx="100000" sy="100000" kx="0" ky="0" algn="bl" rotWithShape="0" blurRad="127000" dist="38100" dir="16200000">
              <a:srgbClr val="000000">
                <a:alpha val="20000"/>
              </a:srgbClr>
            </a:outerShdw>
          </a:effectLst>
        </p:spPr>
      </p:pic>
      <p:sp>
        <p:nvSpPr>
          <p:cNvPr id="24" name="Text 21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for Field Staff (DO)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005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Tasks → Pending → Record Log (temperature + photo)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664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Inward / Outward when trucks come or leave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2257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3225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evening checks again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80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9809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on phone → Sync later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36393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permission → Manager approves → Then edit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· Completed · Overdue</a:t>
            </a:r>
            <a:endParaRPr lang="en-US" sz="1400" dirty="0"/>
          </a:p>
        </p:txBody>
      </p:sp>
      <p:pic>
        <p:nvPicPr>
          <p:cNvPr id="16" name="Image 0" descr="C:\Users\Lenovo\Desktop\CRM\new\WhatsApp Image 2026-08-25 at 2.35.39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2148840" cy="50292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pic>
        <p:nvPicPr>
          <p:cNvPr id="17" name="Image 1" descr="C:\Users\Lenovo\Desktop\CRM\new\WhatsApp Image 2026-08-25 at 2.35.42 PM (1)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0"/>
            <a:ext cx="2148840" cy="50292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0292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and evening chamber tasks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 (and location when available)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Inward and outward box forms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save + sync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approve / deny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box tracker for managers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(own data only)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support</a:t>
            </a:r>
            <a:endParaRPr lang="en-US" sz="1600" dirty="0"/>
          </a:p>
        </p:txBody>
      </p:sp>
      <p:pic>
        <p:nvPicPr>
          <p:cNvPr id="6" name="Image 0" descr="C:\Users\Lenovo\Desktop\CRM\new\WhatsApp Image 2026-08-25 at 2.35.40 PM (1)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914400"/>
            <a:ext cx="2057400" cy="50292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pic>
        <p:nvPicPr>
          <p:cNvPr id="7" name="Image 1" descr="C:\Users\Lenovo\Desktop\CRM\new\WhatsApp Image 2026-08-25 at 2.35.40 PM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0"/>
            <a:ext cx="2057400" cy="50292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pic>
        <p:nvPicPr>
          <p:cNvPr id="8" name="Image 2" descr="C:\Users\Lenovo\Desktop\CRM\new\WhatsApp Image 2026-08-25 at 2.35.41 PM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914400"/>
            <a:ext cx="2057400" cy="50292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675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all sites in one place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Done / Pending / Late quickly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task list, works offline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stock without calling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record of who changed what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3949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billing software · Not truck routing · Not SKU inventory (boxes only)</a:t>
            </a:r>
            <a:endParaRPr lang="en-US" sz="1200" dirty="0"/>
          </a:p>
        </p:txBody>
      </p:sp>
      <p:pic>
        <p:nvPicPr>
          <p:cNvPr id="7" name="Image 0" descr="C:\Users\Lenovo\Desktop\CRM\new\WhatsApp Image 2026-08-25 at 2.35.40 PM (2)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60120"/>
            <a:ext cx="4023360" cy="5029200"/>
          </a:xfrm>
          <a:prstGeom prst="rect">
            <a:avLst/>
          </a:prstGeom>
          <a:effectLst>
            <a:outerShdw sx="100000" sy="100000" kx="0" ky="0" algn="bl" rotWithShape="0" blurRad="127000" dist="38100" dir="16200000">
              <a:srgbClr val="000000">
                <a:alpha val="2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Four roles — Admin, Manager, DO, Customer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Daily morning and evening chamber checks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Box counts for stock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Offline work for field staff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Permissions keep data safe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= Warehouse Operations Visibility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Demo / Q&amp;A</a:t>
            </a:r>
            <a:endParaRPr lang="en-US" sz="1500" dirty="0"/>
          </a:p>
        </p:txBody>
      </p:sp>
      <p:pic>
        <p:nvPicPr>
          <p:cNvPr id="12" name="Image 0" descr="C:\Users\Lenovo\Desktop\CRM\new\WhatsApp Image 2026-08-25 at 2.35.35 PM (1)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051560"/>
            <a:ext cx="3840480" cy="4937760"/>
          </a:xfrm>
          <a:prstGeom prst="rect">
            <a:avLst/>
          </a:prstGeom>
          <a:effectLst>
            <a:outerShdw sx="100000" sy="100000" kx="0" ky="0" algn="bl" rotWithShape="0" blurRad="127000" dist="38100" dir="16200000">
              <a:srgbClr val="000000">
                <a:alpha val="22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ReeferON  ·  Warehouse Operations Visibility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ReeferON — Warehouse Operations Visibility</dc:title>
  <dc:subject>10-slide product overview with app screenshots</dc:subject>
  <dc:creator>ReeferON</dc:creator>
  <cp:lastModifiedBy>ReeferON</cp:lastModifiedBy>
  <cp:revision>1</cp:revision>
  <dcterms:created xsi:type="dcterms:W3CDTF">2026-08-25T09:12:38Z</dcterms:created>
  <dcterms:modified xsi:type="dcterms:W3CDTF">2026-08-25T09:12:38Z</dcterms:modified>
</cp:coreProperties>
</file>